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2"/>
    <p:sldId id="257" r:id="rId3"/>
  </p:sldIdLst>
</p:presentation>
</file>

<file path=ppt/_rels/presentation.xml.rels><?xml version="1.0" encoding="UTF-8" standalone="yes"?>
<Relationships xmlns="http://schemas.openxmlformats.org/package/2006/relationships">
  <Relationship Id="rId2" Type="http://schemas.openxmlformats.org/officeDocument/2006/relationships/slide" Target="slides/slide1.xml"/>
  <Relationship Id="rId3" Type="http://schemas.openxmlformats.org/officeDocument/2006/relationships/slide" Target="slides/slide2.xml"/>
</Relationships>
</file>

<file path=ppt/slides/slide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Welcome to the presentation</a:t>
            </a:r>
          </a:p>
        </p:txBody>
      </p:sp>
      <p:sp>
        <p:txBody>
          <a:p>
            <a:r>
              <a:t>Introduction slide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Content on slide two</a:t>
            </a:r>
          </a:p>
        </p:txBody>
      </p:sp>
    </p:spTree>
  </p:cSld>
</p:sld>
</file>